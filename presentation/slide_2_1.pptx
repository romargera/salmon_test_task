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fx.com/post/network-effects-manual/" TargetMode="External"/><Relationship Id="rId2" Type="http://schemas.openxmlformats.org/officeDocument/2006/relationships/hyperlink" Target="https://andrewchen.com/chapter-one-cold-start/" TargetMode="External"/><Relationship Id="rId3" Type="http://schemas.openxmlformats.org/officeDocument/2006/relationships/hyperlink" Target="https://academic.oup.com/jeea/article/1/4/990/228090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2.1 / WHAT MAKES IT NETWORKED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95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делает продукт сетевым</a:t>
            </a:r>
            <a:endParaRPr lang="en-US" sz="2795" dirty="0"/>
          </a:p>
        </p:txBody>
      </p:sp>
      <p:sp>
        <p:nvSpPr>
          <p:cNvPr id="4" name="Text 2"/>
          <p:cNvSpPr/>
          <p:nvPr/>
        </p:nvSpPr>
        <p:spPr>
          <a:xfrm>
            <a:off x="768096" y="17373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 ≠ виральность ≠ масштаб ≠ привычка.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103120"/>
            <a:ext cx="10652760" cy="786384"/>
          </a:xfrm>
          <a:prstGeom prst="roundRect">
            <a:avLst>
              <a:gd name="adj" fmla="val 16279"/>
            </a:avLst>
          </a:prstGeom>
          <a:solidFill>
            <a:srgbClr val="F8F6F3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21992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Network effect (NE) отвечает на вопрос: растет ли ценность продукта для пользователя из-за активности, наличия или вклада других пользователей?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768096" y="3054096"/>
            <a:ext cx="5193792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20040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Прямой эффект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529584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9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участники нужны, чтобы задача работала или решалась лучше.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932688" y="398678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P2P-перевод, split bill, shared goal.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27064" y="3054096"/>
            <a:ext cx="5193792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20040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Непрямой эффект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91656" y="3529584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участники создают контекст или supply, который ценен для других.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391656" y="398678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sellers → buyers, drivers → riders, creators → consumers.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68096" y="4882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Тест на 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01952" y="488289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4828032"/>
            <a:ext cx="8796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убрать часть пользователей, продукт становится слабее.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1901952" y="519379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5138928"/>
            <a:ext cx="8796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рост держится только на маркетинге, это не NE.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68096" y="58338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1874520" y="57972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F45B5F"/>
                </a:solidFill>
                <a:uFill>
                  <a:solidFill>
                    <a:srgbClr val="F45B5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NFX Manual</a:t>
            </a:r>
            <a:endParaRPr lang="en-US" sz="1050" dirty="0"/>
          </a:p>
        </p:txBody>
      </p:sp>
      <p:sp>
        <p:nvSpPr>
          <p:cNvPr id="22" name="Text 20">
            <a:hlinkClick r:id="rId2" tooltip=""/>
          </p:cNvPr>
          <p:cNvSpPr/>
          <p:nvPr/>
        </p:nvSpPr>
        <p:spPr>
          <a:xfrm>
            <a:off x="3694176" y="57972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F45B5F"/>
                </a:solidFill>
                <a:uFill>
                  <a:solidFill>
                    <a:srgbClr val="F45B5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Andrew Chen</a:t>
            </a:r>
            <a:endParaRPr lang="en-US" sz="1050" dirty="0"/>
          </a:p>
        </p:txBody>
      </p:sp>
      <p:sp>
        <p:nvSpPr>
          <p:cNvPr id="23" name="Text 21">
            <a:hlinkClick r:id="rId3" tooltip=""/>
          </p:cNvPr>
          <p:cNvSpPr/>
          <p:nvPr/>
        </p:nvSpPr>
        <p:spPr>
          <a:xfrm>
            <a:off x="5577840" y="579729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F45B5F"/>
                </a:solidFill>
                <a:uFill>
                  <a:solidFill>
                    <a:srgbClr val="F45B5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Rochet &amp; Tirole (2003)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Salmon test 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Salmon Slide - 01_what_makes_it_networked</dc:title>
  <dc:subject>Block 2 deck (salmon_direct_contrast_v1)</dc:subject>
  <dc:creator>Codex</dc:creator>
  <cp:lastModifiedBy>Codex</cp:lastModifiedBy>
  <cp:revision>1</cp:revision>
  <dcterms:created xsi:type="dcterms:W3CDTF">2026-03-21T09:52:48Z</dcterms:created>
  <dcterms:modified xsi:type="dcterms:W3CDTF">2026-03-21T09:52:48Z</dcterms:modified>
</cp:coreProperties>
</file>