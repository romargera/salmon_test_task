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endingtree.com/credit-cards/study/friends-money-report/" TargetMode="External"/><Relationship Id="rId2" Type="http://schemas.openxmlformats.org/officeDocument/2006/relationships/hyperlink" Target="https://www.lendingtree.com/credit-cards/study/friends-money-report/" TargetMode="External"/><Relationship Id="rId3" Type="http://schemas.openxmlformats.org/officeDocument/2006/relationships/hyperlink" Target="https://docs.google.com/spreadsheets/d/1jzzUfvo3hHp4h_i9hOXBEJrKNEJ5Zv2G/edit?gid=1918265608#gid=1918265608&amp;range=A2" TargetMode="External"/><Relationship Id="rId4" Type="http://schemas.openxmlformats.org/officeDocument/2006/relationships/hyperlink" Target="https://docs.google.com/spreadsheets/d/1jzzUfvo3hHp4h_i9hOXBEJrKNEJ5Zv2G/edit?gid=1918265608#gid=1918265608&amp;range=A2" TargetMode="External"/><Relationship Id="rId5" Type="http://schemas.openxmlformats.org/officeDocument/2006/relationships/hyperlink" Target="https://docs.google.com/spreadsheets/d/1jzzUfvo3hHp4h_i9hOXBEJrKNEJ5Zv2G/edit?gid=1918265608#gid=1918265608&amp;range=A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3840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68096" y="932688"/>
            <a:ext cx="10655503" cy="1078992"/>
          </a:xfrm>
          <a:prstGeom prst="roundRect">
            <a:avLst>
              <a:gd name="adj" fmla="val 1016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97280"/>
            <a:ext cx="103263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стартовать с Salmon Space для общих расходов и расчетов внутри малых доверенных групп друзей; это лучший вход по сочетанию боли, переноса в новые графы и шанса привести пользователя в банковое ядро.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68096" y="2157984"/>
            <a:ext cx="2743200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29514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523744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Salmon Space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приватное пространство группы, где связаны повод, расход / сбор / цель, доли, обсуждение, расчет и история.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67328" y="2157984"/>
            <a:ext cx="765627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22776" y="2295144"/>
            <a:ext cx="73453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255117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2523744"/>
            <a:ext cx="7016191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реальна: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u="sng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75%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говорят, что деньги вредили дружбе;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u="sng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32%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 получили деньги назад. US-данные валидируют силу боли, а PH-данные — поведение и реализуемость сценария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Ⓐ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312420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3096768"/>
            <a:ext cx="7016191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Сетевой эффект здесь работает: 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релевантный участник помогает другим участникам Space решить задачу; повтор в том же Space углубляет ценность, перенос в другую группу расширяет сеть.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0" y="369722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3669792"/>
            <a:ext cx="7016191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материален: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u="sng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SOM 4.2M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пользователей к 3-му году; это около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цели Salmon в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активных пользователей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u="sng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1050" b="1" u="sng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" y="4425696"/>
            <a:ext cx="548640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4562856"/>
            <a:ext cx="5175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4791456"/>
            <a:ext cx="5157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друзей, пар / партнеров, семей с детьми и небольших групп коллег я выбираю друзей: у них сильнее перенос в новые графы и сетевой эффект, хотя пары и семьи могут выглядеть сильнее по частоте и немедленной монетизации, а коллеги — по утилитарности сценария.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10528" y="4425696"/>
            <a:ext cx="4913071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5976" y="4562856"/>
            <a:ext cx="46021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4818888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4791456"/>
            <a:ext cx="4272991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проверяем боль и качество решения задачи.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505968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5032248"/>
            <a:ext cx="4272991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— привлечение новых активированных пользователей и повторяемость.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0" y="530047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5273040"/>
            <a:ext cx="4272991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этого — перенос в новые графы и банковую экономику.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8096" y="5687568"/>
            <a:ext cx="10655503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815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Главный риск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51176" y="5806440"/>
            <a:ext cx="87078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Space не доводит группу до закрытого расчета и второго повода, он останется удобным инструментом, а не сетевым продуктом.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Salmon test 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1 - Executive Summary</dc:title>
  <dc:subject>Slide 1 test build</dc:subject>
  <dc:creator>Codex</dc:creator>
  <cp:lastModifiedBy>Codex</cp:lastModifiedBy>
  <cp:revision>1</cp:revision>
  <dcterms:created xsi:type="dcterms:W3CDTF">2026-03-24T16:30:19Z</dcterms:created>
  <dcterms:modified xsi:type="dcterms:W3CDTF">2026-03-24T16:30:19Z</dcterms:modified>
</cp:coreProperties>
</file>