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" y="58521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SALMON PRODUCT LOAN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" y="987552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96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Shop now. Pay monthly.</a:t>
            </a:r>
            <a:endParaRPr lang="en-US" sz="5596" dirty="0"/>
          </a:p>
        </p:txBody>
      </p:sp>
      <p:sp>
        <p:nvSpPr>
          <p:cNvPr id="4" name="Text 2"/>
          <p:cNvSpPr/>
          <p:nvPr/>
        </p:nvSpPr>
        <p:spPr>
          <a:xfrm>
            <a:off x="786384" y="3127248"/>
            <a:ext cx="530352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Прямой контраст: белая база, чёрный текст и красные акценты бренда Salmon.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65392" y="877824"/>
            <a:ext cx="4882896" cy="351129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  <a:effectLst>
            <a:outerShdw sx="100000" sy="100000" kx="0" ky="0" algn="bl" rotWithShape="0" blurRad="38100" dist="50800" dir="2700000">
              <a:srgbClr val="8C888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94576" y="122529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Monthly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94576" y="1572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₱1,500 / month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6894576" y="22494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interest | approval under 1 minute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94576" y="2743200"/>
            <a:ext cx="178308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94576" y="28529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Apply now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3419856"/>
            <a:ext cx="4297680" cy="0"/>
          </a:xfrm>
          <a:prstGeom prst="line">
            <a:avLst/>
          </a:prstGeom>
          <a:noFill/>
          <a:ln w="12700">
            <a:solidFill>
              <a:srgbClr val="D8D3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22592" y="3818534"/>
            <a:ext cx="256032" cy="296266"/>
          </a:xfrm>
          <a:prstGeom prst="roundRect">
            <a:avLst>
              <a:gd name="adj" fmla="val 17857"/>
            </a:avLst>
          </a:prstGeom>
          <a:solidFill>
            <a:srgbClr val="C9D0D7"/>
          </a:solidFill>
          <a:ln w="12700">
            <a:solidFill>
              <a:srgbClr val="C9D0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3621024"/>
            <a:ext cx="256032" cy="493776"/>
          </a:xfrm>
          <a:prstGeom prst="roundRect">
            <a:avLst>
              <a:gd name="adj" fmla="val 17857"/>
            </a:avLst>
          </a:prstGeom>
          <a:solidFill>
            <a:srgbClr val="C9D0D7"/>
          </a:solidFill>
          <a:ln w="12700">
            <a:solidFill>
              <a:srgbClr val="C9D0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3568" y="3719779"/>
            <a:ext cx="256032" cy="395021"/>
          </a:xfrm>
          <a:prstGeom prst="roundRect">
            <a:avLst>
              <a:gd name="adj" fmla="val 17857"/>
            </a:avLst>
          </a:prstGeom>
          <a:solidFill>
            <a:srgbClr val="C9D0D7"/>
          </a:solidFill>
          <a:ln w="12700">
            <a:solidFill>
              <a:srgbClr val="C9D0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49056" y="3497580"/>
            <a:ext cx="256032" cy="617220"/>
          </a:xfrm>
          <a:prstGeom prst="roundRect">
            <a:avLst>
              <a:gd name="adj" fmla="val 17857"/>
            </a:avLst>
          </a:prstGeom>
          <a:solidFill>
            <a:srgbClr val="C9D0D7"/>
          </a:solidFill>
          <a:ln w="12700">
            <a:solidFill>
              <a:srgbClr val="C9D0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24544" y="3398825"/>
            <a:ext cx="256032" cy="715975"/>
          </a:xfrm>
          <a:prstGeom prst="roundRect">
            <a:avLst>
              <a:gd name="adj" fmla="val 17857"/>
            </a:avLst>
          </a:prstGeom>
          <a:solidFill>
            <a:srgbClr val="F45B5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5285232"/>
            <a:ext cx="3529584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55961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56052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55138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Borrow up to ₱60,000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57881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техники, мебели и бытовых покупок.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08576" y="5285232"/>
            <a:ext cx="3529584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55961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56052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55138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Pay nothing upfront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12080" y="57881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Чёткие выплаты без скрытых комиссий.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449056" y="5285232"/>
            <a:ext cx="3529584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50224" y="55961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14232" y="56052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052560" y="55138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Approved in 1 minute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052560" y="57881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Нужны только базовые документы.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Rounded MT 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Salmon test task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Salmon Contrast Test Slide</dc:title>
  <dc:subject>Salmon contrast design test (salmon_direct_contrast_v1)</dc:subject>
  <dc:creator>Roman</dc:creator>
  <cp:lastModifiedBy>Roman</cp:lastModifiedBy>
  <cp:revision>1</cp:revision>
  <dcterms:created xsi:type="dcterms:W3CDTF">2026-03-20T09:47:37Z</dcterms:created>
  <dcterms:modified xsi:type="dcterms:W3CDTF">2026-03-20T09:47:37Z</dcterms:modified>
</cp:coreProperties>
</file>